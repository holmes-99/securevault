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RSA / ECC</c:v>
                </c:pt>
              </c:strCache>
            </c:strRef>
          </c:tx>
          <c:spPr>
            <a:solidFill>
              <a:srgbClr val="C247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E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key generation</c:v>
                  </c:pt>
                  <c:pt idx="1">
                    <c:v>key agreement</c:v>
                  </c:pt>
                  <c:pt idx="2">
                    <c:v>sign</c:v>
                  </c:pt>
                  <c:pt idx="3">
                    <c:v>verify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8900</c:v>
                </c:pt>
                <c:pt idx="1">
                  <c:v>73</c:v>
                </c:pt>
                <c:pt idx="2">
                  <c:v>100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E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E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  <c:max val="10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goal: the server stores everything and learns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Threat model: who the parties are and what the attacker can do. Say clearly what is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sockets: the spec says the attacker controls the network, and with a real network our proxy really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Overview. Each of the next slides is one decision: what we chose, what we rejected,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two keys from one password: the server holds auth_key. If it also opened the private keys, the server could read everything.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Arithmetic in Appendix A of the report. GPU numbers are assumptions; the Argon2id time was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'show me the code that stops a nonce repeating': client/secure_share.py, encrypt_document, os.urandom(32) for every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scale. The verify bar is ~1x: we say this openly. It doesn't change the choice, because sign-up and sharing need keygen, agreement and signing.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hardest problem in the spec. Explain what happens on first contact.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spec says correct parts can fail in the wrong order. This slide is our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to point to the file for each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items 6, 7, 8 plus the MITM. Remember to set the attacker back to 'mode pass' between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attacks/weakened_build.py. Nonce reuse: c1 xor c2 = p1 xor p2. No tag: CTR is malleable.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client/gui.py. For non-repudiation: Omar runs prove, anyone runs tools/verify_proof.py with the proof and the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python -m pytest tests live if asked (about 2.5 minutes, or skip the 10 MB test).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honest limitations section earns marks. Don't claim unconditional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terminals: python server/server.py; python attacks/attacker.py; python client/client.py --port 5051 (x2). Follow the demo table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097280"/>
            <a:ext cx="4572000" cy="4572000"/>
          </a:xfrm>
          <a:prstGeom prst="ellipse">
            <a:avLst/>
          </a:prstGeom>
          <a:solidFill>
            <a:srgbClr val="F7C6D9">
              <a:alpha val="80000"/>
            </a:srgbClr>
          </a:solidFill>
          <a:ln w="12700">
            <a:solidFill>
              <a:srgbClr val="F7C6D9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91840"/>
            <a:ext cx="3291840" cy="3291840"/>
          </a:xfrm>
          <a:prstGeom prst="ellipse">
            <a:avLst/>
          </a:prstGeom>
          <a:solidFill>
            <a:srgbClr val="CDEFD7">
              <a:alpha val="80000"/>
            </a:srgbClr>
          </a:solidFill>
          <a:ln w="12700">
            <a:solidFill>
              <a:srgbClr val="CDEFD7">
                <a:alpha val="8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SecureVault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multi-user encrypted document exchange on a server we don't trust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120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Shatha Abualrob 1231279   ·   Lara Daifallah 1230239   ·   Razan Shalabi 1230874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4864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A2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ENCS4320 Applied Cryptography · Birzeit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 shares her thesis with Omar through a server neither of them trusts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6304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machines. Only they know their password.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120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834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Honest-but-curious: follows the protocol, reads everything, can be stolen.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21040" y="2103120"/>
            <a:ext cx="457200" cy="457200"/>
          </a:xfrm>
          <a:prstGeom prst="ellipse">
            <a:avLst/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83464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network: reads, changes, replays, registers accounts.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malware on the user's machine, coercion, traffic analysis, denial of service.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cryptography happens on the client. The server only stores and relays bytes.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017520" cy="2011680"/>
          </a:xfrm>
          <a:prstGeom prst="roundRect">
            <a:avLst>
              <a:gd name="adj" fmla="val 6818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71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in memory only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· sign · verify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2194560"/>
            <a:ext cx="3017520" cy="2011680"/>
          </a:xfrm>
          <a:prstGeom prst="roundRect">
            <a:avLst>
              <a:gd name="adj" fmla="val 6818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Attacker proxy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71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only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· rename · replay · swap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321040" y="2194560"/>
            <a:ext cx="3017520" cy="2011680"/>
          </a:xfrm>
          <a:prstGeom prst="roundRect">
            <a:avLst>
              <a:gd name="adj" fmla="val 6818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2377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9718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opaque bytes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signatures + nonces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86200" y="3200400"/>
            <a:ext cx="640080" cy="0"/>
          </a:xfrm>
          <a:prstGeom prst="line">
            <a:avLst/>
          </a:prstGeom>
          <a:noFill/>
          <a:ln w="25400">
            <a:solidFill>
              <a:srgbClr val="6B6570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3200400"/>
            <a:ext cx="640080" cy="0"/>
          </a:xfrm>
          <a:prstGeom prst="line">
            <a:avLst/>
          </a:prstGeom>
          <a:noFill/>
          <a:ln w="25400">
            <a:solidFill>
              <a:srgbClr val="6B6570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sockets · binary length-prefixed formats · every request signed with Ed25519 + timestamp + nonce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decisions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7, one choice each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Argon2id, 384 MiB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AES-256-GCM, new key each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key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+ Ed25519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8116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4231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trust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28346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TOFU + safety number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 vs signature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937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tag + Ed25519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83280" y="3840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1188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Freshness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3611880" y="4937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· nonce · challenge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3840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644652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6446520" y="4937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sockets + binary formats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052560" y="3840480"/>
            <a:ext cx="2606040" cy="1828800"/>
          </a:xfrm>
          <a:prstGeom prst="roundRect">
            <a:avLst>
              <a:gd name="adj" fmla="val 6000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81160" y="40233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928116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9281160" y="4937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tokens, signed requests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hierarchy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only locks the one below 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577840" y="1645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(salt) → master → HKDF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560320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5603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auth_key  |  enc_key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5603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auth_key goes to the server · enc_key never leaves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463040" y="3474720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91640" y="34747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keys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474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+ Ed25519, locked by enc_key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4389120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148840" y="43891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DEK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3891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random key per document, wrapped per recipient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77440" y="5303520"/>
            <a:ext cx="4754880" cy="731520"/>
          </a:xfrm>
          <a:prstGeom prst="roundRect">
            <a:avLst>
              <a:gd name="adj" fmla="val 15000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606040" y="530352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406640" y="5303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AES-256-GCM, metadata as AAD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change = re-lock one 92-byte blob. Documents, grants and safety numbers stay the same.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Passwords: Argon2id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Memory-hard: every guess needs 384 MiB, so GPUs can't run thousands in parallel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12,500 years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to crack one 8-character password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(letters + digits) with our parameters, one GPU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 hours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password with a bare SHA-256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0" y="196596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work factor: 384 MiB, t=3, p=4 ≈ 0.47 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16-byte random salt per user: public, only has to be unique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bound: 3.4 GiB moved per guess → ~276 guesses/s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(our 30%): pure Python took 3.6 s for 8 KiB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PBKDF2, bcrypt, scrypt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a top-1M password still falls in ~30 min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Documents: AES-256-GCM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us, checked against NIST vectors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nonce can never repeat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version gets a brand-new random 256-bit DEK, used exactly once. The same (key, nonce) pair cannot occur twice, even after a crash or a restart.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828800"/>
            <a:ext cx="53035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(name, type, size, time, owner, version) is the AAD: readable, not changeable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tag is checked before anything is decrypted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is above our 128-bit target on purpose: margin for many keys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Sped up 11x with GF(2⁸) lookup tables (≈105 KiB/s)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CBC + HMAC, ChaCha20-Poly1305, CCM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Curve25519 vs RSA-3072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128-bit security, measured with OpenSSL (how many times slower RSA is)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37360"/>
            <a:ext cx="3931920" cy="4206240"/>
          </a:xfrm>
          <a:prstGeom prst="roundRect">
            <a:avLst>
              <a:gd name="adj" fmla="val 2791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09560" y="1965960"/>
            <a:ext cx="3566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Keys: 32 B vs 384 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Signatures: 64 B vs 384 B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Curve25519: no invalid-curve checks, no per-signature random number (the PS3 bug)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RSA verification is as fast (small exponent 65537)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Trusting a public key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the server hands Layla its own key instead of Omar's?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Layla's screen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5580 1411 5233 3811 2642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digits from both names + both keys (SHA-256)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828800"/>
            <a:ext cx="457200" cy="457200"/>
          </a:xfrm>
          <a:prstGeom prst="ellipse">
            <a:avLst/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contact: the key is saved (TOFU)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2788920"/>
            <a:ext cx="457200" cy="457200"/>
          </a:xfrm>
          <a:prstGeom prst="ellipse">
            <a:avLst/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788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compare the number by phone / in person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92240" y="3749040"/>
            <a:ext cx="457200" cy="457200"/>
          </a:xfrm>
          <a:prstGeom prst="ellipse">
            <a:avLst/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749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is blocked until verified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4709160"/>
            <a:ext cx="457200" cy="457200"/>
          </a:xfrm>
          <a:prstGeom prst="ellipse">
            <a:avLst/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709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changed key is blocked. No 'continue anyway'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206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swapped key → different numbers on the two screens → caught.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1206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a CA on the server (it's the untrusted party), plain TOFU, long fingerprints. 20 digits ≈ 66 bits, too many to grind.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Omar's client runs five checks, in order. Nothing is shown until all pass.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 matches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doc, version, owner, 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Unwrap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017520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X25519 + HKDF + GCM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18288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0352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Decrypt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tag over data + metadata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0" y="18288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Signature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Ed25519, Layla's pinned key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92640" y="1828800"/>
            <a:ext cx="2011680" cy="2377440"/>
          </a:xfrm>
          <a:prstGeom prst="roundRect">
            <a:avLst>
              <a:gd name="adj" fmla="val 6818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0" y="2697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Freshness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315468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≥ last seen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57200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before decrypting, and before showing anything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the plaintext, then hide the signature inside the grant: third parties can verify, the server can't test guesses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every context: recipient in the signature, both parties in the grant AAD, username in the key-blob AAD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properties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one, and the mechanism that provides it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FD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EFD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AES-256-GCM, DEK wrapped with X25519 + HKDF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GCM tag, checked before decryption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Ed25519 over the statement, pinned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Non-repudiation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signature, checkable by anyone (prove)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Argon2id 384 MiB + per-user salt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Freshness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timestamp + nonce, challenge, version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binding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E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 = AAD + hashed into the signature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DF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24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 can't give non-repudiation, however long its tag: Omar holds the same key, so he could have made it.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attacked our own system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attacks/attacker.py, a real proxy on the network, run live in the demo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47088"/>
            <a:ext cx="457200" cy="457200"/>
          </a:xfrm>
          <a:prstGeom prst="ellipse">
            <a:avLst/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7373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one ciphertext byte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7373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 was modified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715768"/>
            <a:ext cx="457200" cy="457200"/>
          </a:xfrm>
          <a:prstGeom prst="ellipse">
            <a:avLst/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71600" y="26060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file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6060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 was modified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584448"/>
            <a:ext cx="457200" cy="457200"/>
          </a:xfrm>
          <a:prstGeom prst="ellipse">
            <a:avLst/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71600" y="347472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yesterday's v1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4747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stale version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53128"/>
            <a:ext cx="457200" cy="457200"/>
          </a:xfrm>
          <a:prstGeom prst="ellipse">
            <a:avLst/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71600" y="43434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Omar's key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3434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safety numbers differ / Blocked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321808"/>
            <a:ext cx="457200" cy="457200"/>
          </a:xfrm>
          <a:prstGeom prst="ellipse">
            <a:avLst/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371600" y="52120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 captured request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52120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C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Request rejected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defences are there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deliberately weakened build: the attack works on it and fails on ours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nonce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build
</a:t>
            </a:r>
            <a:pPr indent="0" marL="0">
              <a:buNone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known file reveals another file completely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2062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build
</a:t>
            </a:r>
            <a:pPr indent="0" marL="0">
              <a:buNone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has a new key → garbage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7373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tag check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17920" y="237744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F7C6D9"/>
          </a:solidFill>
          <a:ln w="12700">
            <a:solidFill>
              <a:srgbClr val="F7C6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4688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build
</a:t>
            </a:r>
            <a:pPr indent="0" marL="0">
              <a:buNone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"Transfer 100" becomes "Transfer 900"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4114800"/>
            <a:ext cx="5394960" cy="1463040"/>
          </a:xfrm>
          <a:prstGeom prst="roundRect">
            <a:avLst>
              <a:gd name="adj" fmla="val 7500"/>
            </a:avLst>
          </a:prstGeom>
          <a:solidFill>
            <a:srgbClr val="CDEFD7"/>
          </a:solidFill>
          <a:ln w="12700">
            <a:solidFill>
              <a:srgbClr val="CDEFD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2062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build
</a:t>
            </a:r>
            <a:pPr indent="0" marL="0">
              <a:buNone/>
            </a:pPr>
            <a:r>
              <a:rPr lang="en-US" sz="17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GCM tag fails → rejected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Graphical client &amp; third-party proof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interface choices that carry security weight</a:t>
            </a:r>
            <a:endParaRPr lang="en-US" sz="1500" dirty="0"/>
          </a:p>
        </p:txBody>
      </p:sp>
      <p:pic>
        <p:nvPicPr>
          <p:cNvPr id="4" name="Image 0" descr="C:\Users\rwtc\AppData\Local\Temp\claude\C--Users-rwtc-OneDrive-Desktop-taraf-al-khait\259a8f67-0c60-48d8-b28e-79f9054fef07\scratchpad\slides/gui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669280" cy="3236976"/>
          </a:xfrm>
          <a:prstGeom prst="rect">
            <a:avLst/>
          </a:prstGeom>
        </p:spPr>
      </p:pic>
      <p:pic>
        <p:nvPicPr>
          <p:cNvPr id="5" name="Image 1" descr="C:\Users\rwtc\AppData\Local\Temp\claude\C--Users-rwtc-OneDrive-Desktop-taraf-al-khait\259a8f67-0c60-48d8-b28e-79f9054fef07\scratchpad\slides/gui_safe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3108960" cy="1664208"/>
          </a:xfrm>
          <a:prstGeom prst="rect">
            <a:avLst/>
          </a:prstGeom>
        </p:spPr>
      </p:pic>
      <p:pic>
        <p:nvPicPr>
          <p:cNvPr id="6" name="Image 2" descr="C:\Users\rwtc\AppData\Local\Temp\claude\C--Users-rwtc-OneDrive-Desktop-taraf-al-khait\259a8f67-0c60-48d8-b28e-79f9054fef07\scratchpad\slides/gui_rejec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645920"/>
            <a:ext cx="1783080" cy="1216152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583680" y="35661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number in big groups; to verify, type the last group you HEARD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failure can't be closed for 3 s, and never offers "open anyway"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only lists verified contacts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+ tools/verify_proof.py: anyone can check that Layla signed this file for Omar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Showing it's correct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implementation we can't show to be correct counts as not implemented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3C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226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all passing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828800"/>
            <a:ext cx="70408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vectors: FIPS 180-4, NIST GCM, RFC 5869, 7748, 8032, 9106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random cross-checks against the cryptography library: partial blocks, empty inputs, boundaries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tests: formats, keys, sharing, server, client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demo runs through the attacker over real sockets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rule: everything is ours except Argon2id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don't stop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limits, and what would fix them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passwords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 strength check at sign-up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4652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who skip the number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UI that makes verifying hard to skip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Stolen DB → login as the user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signature-based login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315468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3291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Forgotten password → data lost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749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 printed recovery key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is visible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166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encrypt file names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457200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FAF7F9"/>
          </a:solidFill>
          <a:ln w="12700">
            <a:solidFill>
              <a:srgbClr val="FAF7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7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constant-time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5166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 compiled implementation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E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657600"/>
            <a:ext cx="3840480" cy="3840480"/>
          </a:xfrm>
          <a:prstGeom prst="ellipse">
            <a:avLst/>
          </a:prstGeom>
          <a:solidFill>
            <a:srgbClr val="CDEFD7">
              <a:alpha val="80000"/>
            </a:srgbClr>
          </a:solidFill>
          <a:ln w="12700">
            <a:solidFill>
              <a:srgbClr val="CDEFD7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914400"/>
            <a:ext cx="3474720" cy="3474720"/>
          </a:xfrm>
          <a:prstGeom prst="ellipse">
            <a:avLst/>
          </a:prstGeom>
          <a:solidFill>
            <a:srgbClr val="F7C6D9">
              <a:alpha val="80000"/>
            </a:srgbClr>
          </a:solidFill>
          <a:ln w="12700">
            <a:solidFill>
              <a:srgbClr val="F7C6D9">
                <a:alpha val="8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&amp; questions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7C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 ·  attacker  ·  Layla  ·  Omar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SecureVault</dc:title>
  <dc:subject>PptxGenJS Presentation</dc:subject>
  <dc:creator>PptxGenJS</dc:creator>
  <cp:lastModifiedBy>PptxGenJS</cp:lastModifiedBy>
  <cp:revision>1</cp:revision>
  <dcterms:created xsi:type="dcterms:W3CDTF">2026-09-26T23:06:51Z</dcterms:created>
  <dcterms:modified xsi:type="dcterms:W3CDTF">2026-09-26T23:06:51Z</dcterms:modified>
</cp:coreProperties>
</file>